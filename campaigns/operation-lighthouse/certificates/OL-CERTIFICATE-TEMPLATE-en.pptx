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154DF-9FDC-467F-BB00-72F07FA4F2E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8E7558-2BEC-4DAA-B874-167CF3E4A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2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TEMPLATE - NOT AN ISSUED CERTIFICATE</a:t>
            </a:r>
          </a:p>
          <a:p>
            <a:r>
              <a:rPr lang="en-US"/>
              <a:t>Eligibility: full attendance at the workshop and participation in its hands-on activities.</a:t>
            </a:r>
          </a:p>
          <a:p>
            <a:r>
              <a:rPr lang="en-US"/>
              <a:t>Passing the core objectives of all five missions is not required. Advanced objectives are not required.</a:t>
            </a:r>
          </a:p>
          <a:p>
            <a:r>
              <a:rPr lang="en-US"/>
              <a:t>Replace [PARTICIPANT NAME], [COMPLETION DATE] and [FACILITATOR NAME] before issuing a personalized certificate.</a:t>
            </a:r>
          </a:p>
          <a:p>
            <a:r>
              <a:rPr lang="en-US"/>
              <a:t>Keep each field on one line. For long names or dates, reduce the font size as needed and check the exported PDF; do not rely on automatic fitting after a paste or scripted edit.</a:t>
            </a:r>
          </a:p>
          <a:p>
            <a:r>
              <a:rPr lang="en-US"/>
              <a:t>The facilitator verifies eligibility and signs. No signature, participant record, certificate number or verification service is fabricated.</a:t>
            </a:r>
          </a:p>
          <a:p>
            <a:r>
              <a:rPr lang="en-US"/>
              <a:t>Do not add contact-hour or accreditation claims without confirming the actual event.</a:t>
            </a:r>
          </a:p>
          <a:p>
            <a:r>
              <a:rPr lang="en-US"/>
              <a:t>Save a personalized copy and export that copy to PDF. Print on A4 landscape paper.</a:t>
            </a:r>
          </a:p>
          <a:p>
            <a:r>
              <a:rPr lang="en-US"/>
              <a:t>The text uses Segoe UI, matching the delivered workshop's local font fallback. Approved logo lettering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18E7558-2BEC-4DAA-B874-167CF3E4A7B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29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4AFC3-6A22-69DD-E9A2-952B29207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6477" y="1237197"/>
            <a:ext cx="8018860" cy="2631887"/>
          </a:xfrm>
        </p:spPr>
        <p:txBody>
          <a:bodyPr anchor="b"/>
          <a:lstStyle>
            <a:lvl1pPr algn="ctr">
              <a:defRPr sz="52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FF0EE-CD87-A28F-5A33-C4082B4FB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105"/>
            </a:lvl1pPr>
            <a:lvl2pPr marL="400964" indent="0" algn="ctr">
              <a:buNone/>
              <a:defRPr sz="1754"/>
            </a:lvl2pPr>
            <a:lvl3pPr marL="801929" indent="0" algn="ctr">
              <a:buNone/>
              <a:defRPr sz="1579"/>
            </a:lvl3pPr>
            <a:lvl4pPr marL="1202893" indent="0" algn="ctr">
              <a:buNone/>
              <a:defRPr sz="1403"/>
            </a:lvl4pPr>
            <a:lvl5pPr marL="1603858" indent="0" algn="ctr">
              <a:buNone/>
              <a:defRPr sz="1403"/>
            </a:lvl5pPr>
            <a:lvl6pPr marL="2004822" indent="0" algn="ctr">
              <a:buNone/>
              <a:defRPr sz="1403"/>
            </a:lvl6pPr>
            <a:lvl7pPr marL="2405786" indent="0" algn="ctr">
              <a:buNone/>
              <a:defRPr sz="1403"/>
            </a:lvl7pPr>
            <a:lvl8pPr marL="2806751" indent="0" algn="ctr">
              <a:buNone/>
              <a:defRPr sz="1403"/>
            </a:lvl8pPr>
            <a:lvl9pPr marL="3207715" indent="0" algn="ctr">
              <a:buNone/>
              <a:defRPr sz="140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03653-C409-E79C-31A1-F010D12E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65B15-5F8C-3ED7-367C-9C542A4E84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41E49-5FBC-EAE9-8A6D-34639323C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14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D18ED-FF30-E8BB-08AE-0FB03F13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87F40-0A45-2AE0-8B34-18103B9AD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9E4A4-A04B-1A8B-A4B0-B3E4F12C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F4D5C-A4D0-0892-7CEE-AC735B133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FC66C-B264-6368-F6BE-82853F5E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46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CFBB8-426D-A82A-E275-8D1E1C736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526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547514-781F-CFCF-32E6-CC441E1B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105">
                <a:solidFill>
                  <a:schemeClr val="tx1">
                    <a:tint val="82000"/>
                  </a:schemeClr>
                </a:solidFill>
              </a:defRPr>
            </a:lvl1pPr>
            <a:lvl2pPr marL="400964" indent="0">
              <a:buNone/>
              <a:defRPr sz="1754">
                <a:solidFill>
                  <a:schemeClr val="tx1">
                    <a:tint val="82000"/>
                  </a:schemeClr>
                </a:solidFill>
              </a:defRPr>
            </a:lvl2pPr>
            <a:lvl3pPr marL="801929" indent="0">
              <a:buNone/>
              <a:defRPr sz="1579">
                <a:solidFill>
                  <a:schemeClr val="tx1">
                    <a:tint val="82000"/>
                  </a:schemeClr>
                </a:solidFill>
              </a:defRPr>
            </a:lvl3pPr>
            <a:lvl4pPr marL="1202893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4pPr>
            <a:lvl5pPr marL="1603858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5pPr>
            <a:lvl6pPr marL="2004822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6pPr>
            <a:lvl7pPr marL="2405786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7pPr>
            <a:lvl8pPr marL="2806751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8pPr>
            <a:lvl9pPr marL="3207715" indent="0">
              <a:buNone/>
              <a:defRPr sz="140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FF62C-82A3-E6B2-8164-5FFAC7FD3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E3F40-DAF8-6467-CFDA-97ADEC69D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2D8E-1821-2D5F-0AEC-A73968231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69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67E3A-E00A-78B3-967F-89ED2D146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73B16-ADD1-CA48-8BC7-1BD31DD641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5063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745979-04D9-904D-1629-4E94457F1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2731" y="2012414"/>
            <a:ext cx="4544021" cy="479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24F30B-6FD1-27F6-E8DA-E2F33BF74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2B875-83FE-C3AB-E681-447B0A2F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3A70D-1C61-9A12-D657-BD473CF8A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64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D27B0-37F6-7BDC-0C52-8FAB99FE6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6" y="402484"/>
            <a:ext cx="9221689" cy="146118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3F3B6E-C99A-1EE0-3752-78B3B531C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455" y="1853171"/>
            <a:ext cx="4523138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52212-8FDC-E73C-D400-556FCA860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6455" y="2761381"/>
            <a:ext cx="4523138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D3CF33-0174-E3C8-F297-F2E1A43E02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105" b="1"/>
            </a:lvl1pPr>
            <a:lvl2pPr marL="400964" indent="0">
              <a:buNone/>
              <a:defRPr sz="1754" b="1"/>
            </a:lvl2pPr>
            <a:lvl3pPr marL="801929" indent="0">
              <a:buNone/>
              <a:defRPr sz="1579" b="1"/>
            </a:lvl3pPr>
            <a:lvl4pPr marL="1202893" indent="0">
              <a:buNone/>
              <a:defRPr sz="1403" b="1"/>
            </a:lvl4pPr>
            <a:lvl5pPr marL="1603858" indent="0">
              <a:buNone/>
              <a:defRPr sz="1403" b="1"/>
            </a:lvl5pPr>
            <a:lvl6pPr marL="2004822" indent="0">
              <a:buNone/>
              <a:defRPr sz="1403" b="1"/>
            </a:lvl6pPr>
            <a:lvl7pPr marL="2405786" indent="0">
              <a:buNone/>
              <a:defRPr sz="1403" b="1"/>
            </a:lvl7pPr>
            <a:lvl8pPr marL="2806751" indent="0">
              <a:buNone/>
              <a:defRPr sz="1403" b="1"/>
            </a:lvl8pPr>
            <a:lvl9pPr marL="3207715" indent="0">
              <a:buNone/>
              <a:defRPr sz="140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9B3C22-01F5-248F-1271-4126D5D873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2CEE2-862A-AC34-B816-317A81D91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B3104B-D413-D3A8-60FD-9E3B6E1A2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F86C2A-C360-1E1A-3826-3DCCCA8B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56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EE79E-0F7E-6B0D-A6F5-B65E2FA74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19FB29-4D47-FD94-D945-CF545DD3F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13B88-136D-6347-9747-E8B813B1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82220B-44E9-4E21-F727-B210CCE3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7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E730D1-618C-3F04-895F-6DA448C42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4F9E2F-9D1B-624A-828F-87D88B75F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3B380-A414-56C8-7C7A-A5531B359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06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68D7A-6F3A-8040-9A33-3E92D7CAF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7626A-5FA3-B366-EF63-2F675E3D1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2806"/>
            </a:lvl1pPr>
            <a:lvl2pPr>
              <a:defRPr sz="2456"/>
            </a:lvl2pPr>
            <a:lvl3pPr>
              <a:defRPr sz="2105"/>
            </a:lvl3pPr>
            <a:lvl4pPr>
              <a:defRPr sz="1754"/>
            </a:lvl4pPr>
            <a:lvl5pPr>
              <a:defRPr sz="1754"/>
            </a:lvl5pPr>
            <a:lvl6pPr>
              <a:defRPr sz="1754"/>
            </a:lvl6pPr>
            <a:lvl7pPr>
              <a:defRPr sz="1754"/>
            </a:lvl7pPr>
            <a:lvl8pPr>
              <a:defRPr sz="1754"/>
            </a:lvl8pPr>
            <a:lvl9pPr>
              <a:defRPr sz="175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03E7E5-DB52-7373-2A65-B64B4FD05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ADE66-00A2-2668-2615-37699E30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B3A17B-AB18-68B1-BFB8-1BAE47E6A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03802-EF4A-96F3-505B-942BAAFC0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08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4C8A-8E1A-97F7-93B3-71C206F13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280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F4AE23-99D4-B3E3-02FF-0D3DE0C1E3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 marL="0" indent="0">
              <a:buNone/>
              <a:defRPr sz="2806"/>
            </a:lvl1pPr>
            <a:lvl2pPr marL="400964" indent="0">
              <a:buNone/>
              <a:defRPr sz="2456"/>
            </a:lvl2pPr>
            <a:lvl3pPr marL="801929" indent="0">
              <a:buNone/>
              <a:defRPr sz="2105"/>
            </a:lvl3pPr>
            <a:lvl4pPr marL="1202893" indent="0">
              <a:buNone/>
              <a:defRPr sz="1754"/>
            </a:lvl4pPr>
            <a:lvl5pPr marL="1603858" indent="0">
              <a:buNone/>
              <a:defRPr sz="1754"/>
            </a:lvl5pPr>
            <a:lvl6pPr marL="2004822" indent="0">
              <a:buNone/>
              <a:defRPr sz="1754"/>
            </a:lvl6pPr>
            <a:lvl7pPr marL="2405786" indent="0">
              <a:buNone/>
              <a:defRPr sz="1754"/>
            </a:lvl7pPr>
            <a:lvl8pPr marL="2806751" indent="0">
              <a:buNone/>
              <a:defRPr sz="1754"/>
            </a:lvl8pPr>
            <a:lvl9pPr marL="3207715" indent="0">
              <a:buNone/>
              <a:defRPr sz="175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7B5242-4F39-2A8C-4D20-C1A17B59A9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403"/>
            </a:lvl1pPr>
            <a:lvl2pPr marL="400964" indent="0">
              <a:buNone/>
              <a:defRPr sz="1228"/>
            </a:lvl2pPr>
            <a:lvl3pPr marL="801929" indent="0">
              <a:buNone/>
              <a:defRPr sz="1052"/>
            </a:lvl3pPr>
            <a:lvl4pPr marL="1202893" indent="0">
              <a:buNone/>
              <a:defRPr sz="877"/>
            </a:lvl4pPr>
            <a:lvl5pPr marL="1603858" indent="0">
              <a:buNone/>
              <a:defRPr sz="877"/>
            </a:lvl5pPr>
            <a:lvl6pPr marL="2004822" indent="0">
              <a:buNone/>
              <a:defRPr sz="877"/>
            </a:lvl6pPr>
            <a:lvl7pPr marL="2405786" indent="0">
              <a:buNone/>
              <a:defRPr sz="877"/>
            </a:lvl7pPr>
            <a:lvl8pPr marL="2806751" indent="0">
              <a:buNone/>
              <a:defRPr sz="877"/>
            </a:lvl8pPr>
            <a:lvl9pPr marL="3207715" indent="0">
              <a:buNone/>
              <a:defRPr sz="8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3FFB6-1F68-1367-B662-C1F8DF6E2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B89E15-E1AE-6A17-1128-A84C131C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1EF33-B5FF-BE0F-0658-AF65FA70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195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122BC-19B7-D675-D645-C4EDF8C68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456439-CE95-6B0B-62DB-65092F43A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E5440-2C5A-1C21-7E2C-4481EAB94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E7114-631D-83CC-D747-E3F8B7F11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BB9E4-C38A-B747-0A5F-ADF357CF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7683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DDB69-1242-DE0C-EF65-7514ED8889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61C93-5FF4-775D-8369-62FB213B4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42AF3-3580-E852-AC65-A7C257AAC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900AB-B11B-C633-9BDE-5525EDD43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6BCA1-8F29-D038-0E7E-6E0C3DD2C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4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56500-29D4-D2C4-B919-7667CD651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063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A4044-DE6B-7045-E55D-09A255D54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5063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B110E-8DFB-978A-0C7B-8495F7AF0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DB73E-9BAC-484C-B509-602DE39E8ACC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AC06D-9651-7D9E-FDA9-D3651BDC6E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41664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B4DB2-7F8A-4673-D336-09D2A46D49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22BE1D-DE72-4E7C-961E-C12D3AFA4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601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801929" rtl="0" eaLnBrk="1" latinLnBrk="0" hangingPunct="1">
        <a:lnSpc>
          <a:spcPct val="90000"/>
        </a:lnSpc>
        <a:spcBef>
          <a:spcPct val="0"/>
        </a:spcBef>
        <a:buNone/>
        <a:defRPr sz="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0482" indent="-200482" algn="l" defTabSz="801929" rtl="0" eaLnBrk="1" latinLnBrk="0" hangingPunct="1">
        <a:lnSpc>
          <a:spcPct val="90000"/>
        </a:lnSpc>
        <a:spcBef>
          <a:spcPts val="877"/>
        </a:spcBef>
        <a:buFont typeface="Arial" panose="020B0604020202020204" pitchFamily="34" charset="0"/>
        <a:buChar char="•"/>
        <a:defRPr sz="2456" kern="1200">
          <a:solidFill>
            <a:schemeClr val="tx1"/>
          </a:solidFill>
          <a:latin typeface="+mn-lt"/>
          <a:ea typeface="+mn-ea"/>
          <a:cs typeface="+mn-cs"/>
        </a:defRPr>
      </a:lvl1pPr>
      <a:lvl2pPr marL="60144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2105" kern="1200">
          <a:solidFill>
            <a:schemeClr val="tx1"/>
          </a:solidFill>
          <a:latin typeface="+mn-lt"/>
          <a:ea typeface="+mn-ea"/>
          <a:cs typeface="+mn-cs"/>
        </a:defRPr>
      </a:lvl2pPr>
      <a:lvl3pPr marL="1002411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754" kern="1200">
          <a:solidFill>
            <a:schemeClr val="tx1"/>
          </a:solidFill>
          <a:latin typeface="+mn-lt"/>
          <a:ea typeface="+mn-ea"/>
          <a:cs typeface="+mn-cs"/>
        </a:defRPr>
      </a:lvl3pPr>
      <a:lvl4pPr marL="1403375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804340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205304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606269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3007233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408197" indent="-200482" algn="l" defTabSz="801929" rtl="0" eaLnBrk="1" latinLnBrk="0" hangingPunct="1">
        <a:lnSpc>
          <a:spcPct val="90000"/>
        </a:lnSpc>
        <a:spcBef>
          <a:spcPts val="439"/>
        </a:spcBef>
        <a:buFont typeface="Arial" panose="020B0604020202020204" pitchFamily="34" charset="0"/>
        <a:buChar char="•"/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1pPr>
      <a:lvl2pPr marL="400964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2pPr>
      <a:lvl3pPr marL="801929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3pPr>
      <a:lvl4pPr marL="1202893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4pPr>
      <a:lvl5pPr marL="1603858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5pPr>
      <a:lvl6pPr marL="2004822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6pPr>
      <a:lvl7pPr marL="2405786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7pPr>
      <a:lvl8pPr marL="2806751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8pPr>
      <a:lvl9pPr marL="3207715" algn="l" defTabSz="801929" rtl="0" eaLnBrk="1" latinLnBrk="0" hangingPunct="1">
        <a:defRPr sz="15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ertificate of Comple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ertificate frame">
            <a:extLst>
              <a:ext uri="{FF2B5EF4-FFF2-40B4-BE49-F238E27FC236}">
                <a16:creationId xmlns:a16="http://schemas.microsoft.com/office/drawing/2014/main" id="{46A28EDD-12C3-A709-080B-D6EB495D4722}"/>
              </a:ext>
            </a:extLst>
          </p:cNvPr>
          <p:cNvSpPr/>
          <p:nvPr/>
        </p:nvSpPr>
        <p:spPr>
          <a:xfrm>
            <a:off x="411480" y="411480"/>
            <a:ext cx="9869041" cy="6737040"/>
          </a:xfrm>
          <a:prstGeom prst="rect">
            <a:avLst/>
          </a:prstGeom>
          <a:noFill/>
          <a:ln w="10160" cap="flat" cmpd="sng" algn="ctr">
            <a:solidFill>
              <a:srgbClr val="102A43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peration Lighthouse approved campaign logo" descr="Operation Lighthouse approved campaign logo">
            <a:extLst>
              <a:ext uri="{FF2B5EF4-FFF2-40B4-BE49-F238E27FC236}">
                <a16:creationId xmlns:a16="http://schemas.microsoft.com/office/drawing/2014/main" id="{A202B009-06C7-5268-0B61-623CF518FBF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60" y="391186"/>
            <a:ext cx="4937143" cy="1645714"/>
          </a:xfrm>
          <a:prstGeom prst="rect">
            <a:avLst/>
          </a:prstGeom>
        </p:spPr>
      </p:pic>
      <p:pic>
        <p:nvPicPr>
          <p:cNvPr id="6" name="Copilot Agent Mission Control approved platform logo" descr="Copilot Agent Mission Control approved platform logo">
            <a:extLst>
              <a:ext uri="{FF2B5EF4-FFF2-40B4-BE49-F238E27FC236}">
                <a16:creationId xmlns:a16="http://schemas.microsoft.com/office/drawing/2014/main" id="{5F3D7F6D-3E9C-BB78-EA2C-37AD3F45AF6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4153" y="728126"/>
            <a:ext cx="2909455" cy="969818"/>
          </a:xfrm>
          <a:prstGeom prst="rect">
            <a:avLst/>
          </a:prstGeom>
        </p:spPr>
      </p:pic>
      <p:sp>
        <p:nvSpPr>
          <p:cNvPr id="7" name="certificate-title">
            <a:extLst>
              <a:ext uri="{FF2B5EF4-FFF2-40B4-BE49-F238E27FC236}">
                <a16:creationId xmlns:a16="http://schemas.microsoft.com/office/drawing/2014/main" id="{3F09E12A-861C-F0E9-F307-241EC529C565}"/>
              </a:ext>
            </a:extLst>
          </p:cNvPr>
          <p:cNvSpPr txBox="1"/>
          <p:nvPr/>
        </p:nvSpPr>
        <p:spPr>
          <a:xfrm>
            <a:off x="822960" y="1828800"/>
            <a:ext cx="8961120" cy="694944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3600" b="1" dirty="0">
                <a:solidFill>
                  <a:srgbClr val="102A43"/>
                </a:solidFill>
                <a:latin typeface="Segoe UI" panose="020B0502040204020203" pitchFamily="34" charset="0"/>
              </a:rPr>
              <a:t>CERTIFICATE OF COMPLETION</a:t>
            </a:r>
          </a:p>
        </p:txBody>
      </p:sp>
      <p:sp>
        <p:nvSpPr>
          <p:cNvPr id="8" name="certificate-introduction">
            <a:extLst>
              <a:ext uri="{FF2B5EF4-FFF2-40B4-BE49-F238E27FC236}">
                <a16:creationId xmlns:a16="http://schemas.microsoft.com/office/drawing/2014/main" id="{C626B08C-AE7B-60D7-DBF6-1F2423E16B2A}"/>
              </a:ext>
            </a:extLst>
          </p:cNvPr>
          <p:cNvSpPr txBox="1"/>
          <p:nvPr/>
        </p:nvSpPr>
        <p:spPr>
          <a:xfrm>
            <a:off x="822960" y="2852928"/>
            <a:ext cx="8961120" cy="2743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450" dirty="0">
                <a:solidFill>
                  <a:srgbClr val="526779"/>
                </a:solidFill>
                <a:latin typeface="Segoe UI" panose="020B0502040204020203" pitchFamily="34" charset="0"/>
              </a:rPr>
              <a:t>This certifies that</a:t>
            </a:r>
          </a:p>
        </p:txBody>
      </p:sp>
      <p:sp>
        <p:nvSpPr>
          <p:cNvPr id="9" name="certificate-recipient">
            <a:extLst>
              <a:ext uri="{FF2B5EF4-FFF2-40B4-BE49-F238E27FC236}">
                <a16:creationId xmlns:a16="http://schemas.microsoft.com/office/drawing/2014/main" id="{78190250-01D9-6C52-6EE2-C2A58F5FEF98}"/>
              </a:ext>
            </a:extLst>
          </p:cNvPr>
          <p:cNvSpPr txBox="1"/>
          <p:nvPr/>
        </p:nvSpPr>
        <p:spPr>
          <a:xfrm>
            <a:off x="822960" y="3291840"/>
            <a:ext cx="8961120" cy="73152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4000" b="1" dirty="0">
                <a:solidFill>
                  <a:srgbClr val="0F766E"/>
                </a:solidFill>
                <a:latin typeface="Segoe UI" panose="020B0502040204020203" pitchFamily="34" charset="0"/>
              </a:rPr>
              <a:t>[PARTICIPANT NAME]</a:t>
            </a:r>
          </a:p>
        </p:txBody>
      </p:sp>
      <p:sp>
        <p:nvSpPr>
          <p:cNvPr id="10" name="certificate-completion-statement">
            <a:extLst>
              <a:ext uri="{FF2B5EF4-FFF2-40B4-BE49-F238E27FC236}">
                <a16:creationId xmlns:a16="http://schemas.microsoft.com/office/drawing/2014/main" id="{A81A117A-0B92-6E6E-F526-421BD7E0F20C}"/>
              </a:ext>
            </a:extLst>
          </p:cNvPr>
          <p:cNvSpPr txBox="1"/>
          <p:nvPr/>
        </p:nvSpPr>
        <p:spPr>
          <a:xfrm>
            <a:off x="822960" y="4297680"/>
            <a:ext cx="8961120" cy="73152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dirty="0">
                <a:solidFill>
                  <a:srgbClr val="102A43"/>
                </a:solidFill>
                <a:latin typeface="Segoe UI" panose="020B0502040204020203" pitchFamily="34" charset="0"/>
              </a:rPr>
              <a:t>has completed the Operation Lighthouse workshop,</a:t>
            </a:r>
          </a:p>
          <a:p>
            <a:r>
              <a:rPr lang="en-US" dirty="0">
                <a:solidFill>
                  <a:srgbClr val="102A43"/>
                </a:solidFill>
                <a:latin typeface="Segoe UI" panose="020B0502040204020203" pitchFamily="34" charset="0"/>
              </a:rPr>
              <a:t>with full attendance and participation in the hands-on activities.</a:t>
            </a:r>
          </a:p>
        </p:txBody>
      </p:sp>
      <p:sp>
        <p:nvSpPr>
          <p:cNvPr id="11" name="certificate-workshop-topic">
            <a:extLst>
              <a:ext uri="{FF2B5EF4-FFF2-40B4-BE49-F238E27FC236}">
                <a16:creationId xmlns:a16="http://schemas.microsoft.com/office/drawing/2014/main" id="{CE95A477-C285-D2CE-CEED-52EA79D16580}"/>
              </a:ext>
            </a:extLst>
          </p:cNvPr>
          <p:cNvSpPr txBox="1"/>
          <p:nvPr/>
        </p:nvSpPr>
        <p:spPr>
          <a:xfrm>
            <a:off x="822960" y="5239512"/>
            <a:ext cx="8961120" cy="26517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250" dirty="0">
                <a:solidFill>
                  <a:srgbClr val="526779"/>
                </a:solidFill>
                <a:latin typeface="Segoe UI" panose="020B0502040204020203" pitchFamily="34" charset="0"/>
              </a:rPr>
              <a:t>Building agents with GitHub Copilot in VS Code</a:t>
            </a:r>
          </a:p>
        </p:txBody>
      </p:sp>
      <p:sp>
        <p:nvSpPr>
          <p:cNvPr id="12" name="certificate-date">
            <a:extLst>
              <a:ext uri="{FF2B5EF4-FFF2-40B4-BE49-F238E27FC236}">
                <a16:creationId xmlns:a16="http://schemas.microsoft.com/office/drawing/2014/main" id="{A9B93E80-DEB1-E910-AF99-147D84BE43CD}"/>
              </a:ext>
            </a:extLst>
          </p:cNvPr>
          <p:cNvSpPr txBox="1"/>
          <p:nvPr/>
        </p:nvSpPr>
        <p:spPr>
          <a:xfrm>
            <a:off x="822960" y="6080760"/>
            <a:ext cx="438912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102A43"/>
                </a:solidFill>
                <a:latin typeface="Segoe UI" panose="020B0502040204020203" pitchFamily="34" charset="0"/>
              </a:rPr>
              <a:t>[COMPLETION DATE]</a:t>
            </a:r>
          </a:p>
        </p:txBody>
      </p:sp>
      <p:sp>
        <p:nvSpPr>
          <p:cNvPr id="13" name="certificate-date-label">
            <a:extLst>
              <a:ext uri="{FF2B5EF4-FFF2-40B4-BE49-F238E27FC236}">
                <a16:creationId xmlns:a16="http://schemas.microsoft.com/office/drawing/2014/main" id="{DEC2F9B0-BF8F-8FBD-5280-1C1EC8B55360}"/>
              </a:ext>
            </a:extLst>
          </p:cNvPr>
          <p:cNvSpPr txBox="1"/>
          <p:nvPr/>
        </p:nvSpPr>
        <p:spPr>
          <a:xfrm>
            <a:off x="822960" y="6455664"/>
            <a:ext cx="438912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dirty="0">
                <a:solidFill>
                  <a:srgbClr val="526779"/>
                </a:solidFill>
                <a:latin typeface="Segoe UI" panose="020B0502040204020203" pitchFamily="34" charset="0"/>
              </a:rPr>
              <a:t>COMPLETION DATE</a:t>
            </a:r>
          </a:p>
        </p:txBody>
      </p:sp>
      <p:cxnSp>
        <p:nvCxnSpPr>
          <p:cNvPr id="14" name="Facilitator signature line">
            <a:extLst>
              <a:ext uri="{FF2B5EF4-FFF2-40B4-BE49-F238E27FC236}">
                <a16:creationId xmlns:a16="http://schemas.microsoft.com/office/drawing/2014/main" id="{21974D42-0C35-4803-0B7E-58B9C950EE0E}"/>
              </a:ext>
            </a:extLst>
          </p:cNvPr>
          <p:cNvCxnSpPr/>
          <p:nvPr/>
        </p:nvCxnSpPr>
        <p:spPr>
          <a:xfrm>
            <a:off x="5943600" y="5961888"/>
            <a:ext cx="3925440" cy="0"/>
          </a:xfrm>
          <a:prstGeom prst="line">
            <a:avLst/>
          </a:prstGeom>
          <a:ln w="8255">
            <a:solidFill>
              <a:srgbClr val="5267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ertificate-facilitator">
            <a:extLst>
              <a:ext uri="{FF2B5EF4-FFF2-40B4-BE49-F238E27FC236}">
                <a16:creationId xmlns:a16="http://schemas.microsoft.com/office/drawing/2014/main" id="{EB11BF5B-46A2-F4C9-1A78-4DB8C3B9C32C}"/>
              </a:ext>
            </a:extLst>
          </p:cNvPr>
          <p:cNvSpPr txBox="1"/>
          <p:nvPr/>
        </p:nvSpPr>
        <p:spPr>
          <a:xfrm>
            <a:off x="5943600" y="6080760"/>
            <a:ext cx="3925440" cy="32004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rmAutofit/>
          </a:bodyPr>
          <a:lstStyle/>
          <a:p>
            <a:r>
              <a:rPr lang="en-US" sz="1600" dirty="0">
                <a:solidFill>
                  <a:srgbClr val="102A43"/>
                </a:solidFill>
                <a:latin typeface="Segoe UI" panose="020B0502040204020203" pitchFamily="34" charset="0"/>
              </a:rPr>
              <a:t>[FACILITATOR NAME]</a:t>
            </a:r>
          </a:p>
        </p:txBody>
      </p:sp>
      <p:sp>
        <p:nvSpPr>
          <p:cNvPr id="16" name="certificate-facilitator-label">
            <a:extLst>
              <a:ext uri="{FF2B5EF4-FFF2-40B4-BE49-F238E27FC236}">
                <a16:creationId xmlns:a16="http://schemas.microsoft.com/office/drawing/2014/main" id="{205552BE-8537-E917-FAEC-C51172F2C578}"/>
              </a:ext>
            </a:extLst>
          </p:cNvPr>
          <p:cNvSpPr txBox="1"/>
          <p:nvPr/>
        </p:nvSpPr>
        <p:spPr>
          <a:xfrm>
            <a:off x="5943600" y="6455664"/>
            <a:ext cx="3925440" cy="219456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1050" dirty="0">
                <a:solidFill>
                  <a:srgbClr val="526779"/>
                </a:solidFill>
                <a:latin typeface="Segoe UI" panose="020B0502040204020203" pitchFamily="34" charset="0"/>
              </a:rPr>
              <a:t>WORKSHOP FACILITATOR</a:t>
            </a:r>
          </a:p>
        </p:txBody>
      </p:sp>
      <p:sp>
        <p:nvSpPr>
          <p:cNvPr id="17" name="certificate-credential-scope">
            <a:extLst>
              <a:ext uri="{FF2B5EF4-FFF2-40B4-BE49-F238E27FC236}">
                <a16:creationId xmlns:a16="http://schemas.microsoft.com/office/drawing/2014/main" id="{0D995265-7DEA-EEC3-FEB7-6B80CA3900AF}"/>
              </a:ext>
            </a:extLst>
          </p:cNvPr>
          <p:cNvSpPr txBox="1"/>
          <p:nvPr/>
        </p:nvSpPr>
        <p:spPr>
          <a:xfrm>
            <a:off x="822960" y="6848856"/>
            <a:ext cx="8961120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dirty="0">
                <a:solidFill>
                  <a:srgbClr val="526779"/>
                </a:solidFill>
                <a:latin typeface="Segoe UI" panose="020B0502040204020203" pitchFamily="34" charset="0"/>
              </a:rPr>
              <a:t>Workshop completion certificate. Not an official GitHub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562640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Office PowerPoint</Application>
  <PresentationFormat>Custom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Segoe UI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 Lighthouse - Certificate of Completion</dc:title>
  <dc:creator>Copilot Agent Mission Control</dc:creator>
  <cp:lastModifiedBy>Copilot Agent Mission Control</cp:lastModifiedBy>
  <cp:revision>1</cp:revision>
  <dcterms:created xsi:type="dcterms:W3CDTF">2026-09-29T01:52:33Z</dcterms:created>
  <dcterms:modified xsi:type="dcterms:W3CDTF">2026-09-29T01:52:33Z</dcterms:modified>
</cp:coreProperties>
</file>